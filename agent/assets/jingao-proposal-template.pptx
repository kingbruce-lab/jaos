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4f65479bf04725" /><Relationship Type="http://schemas.openxmlformats.org/officeDocument/2006/relationships/extended-properties" Target="/docProps/app.xml" Id="Re9664e047a7c44c4" /><Relationship Type="http://schemas.openxmlformats.org/officeDocument/2006/relationships/officeDocument" Target="/ppt/presentation.xml" Id="R23b630b3c5c04c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84602cc604b19"/>
  </p:sldMasterIdLst>
  <p:notesMasterIdLst>
    <p:notesMasterId xmlns:r="http://schemas.openxmlformats.org/officeDocument/2006/relationships" r:id="R0cd2d5f693ab48aa"/>
  </p:notesMasterIdLst>
  <p:sldIdLst>
    <p:sldId xmlns:r="http://schemas.openxmlformats.org/officeDocument/2006/relationships" id="256" r:id="R373ac70f03034729"/>
    <p:sldId xmlns:r="http://schemas.openxmlformats.org/officeDocument/2006/relationships" id="257" r:id="R5374f4f5f37648bd"/>
    <p:sldId xmlns:r="http://schemas.openxmlformats.org/officeDocument/2006/relationships" id="258" r:id="Rcaa268632cbf4a01"/>
    <p:sldId xmlns:r="http://schemas.openxmlformats.org/officeDocument/2006/relationships" id="259" r:id="R3cf0d0e51c1a44df"/>
    <p:sldId xmlns:r="http://schemas.openxmlformats.org/officeDocument/2006/relationships" id="260" r:id="R0ff4237298d543a3"/>
    <p:sldId xmlns:r="http://schemas.openxmlformats.org/officeDocument/2006/relationships" id="261" r:id="Rdaeffdab73ff4d65"/>
    <p:sldId xmlns:r="http://schemas.openxmlformats.org/officeDocument/2006/relationships" id="262" r:id="R96070140d0684443"/>
    <p:sldId xmlns:r="http://schemas.openxmlformats.org/officeDocument/2006/relationships" id="263" r:id="R1faaf2173e4647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133b9ccef4cbd" /><Relationship Type="http://schemas.openxmlformats.org/officeDocument/2006/relationships/slideMaster" Target="/ppt/slideMasters/slideMaster1.xml" Id="Rede84602cc604b19" /><Relationship Type="http://schemas.openxmlformats.org/officeDocument/2006/relationships/notesMaster" Target="/ppt/notesMasters/notesMaster1.xml" Id="R0cd2d5f693ab48aa" /><Relationship Type="http://schemas.openxmlformats.org/officeDocument/2006/relationships/presProps" Target="/ppt/presProps.xml" Id="Rbf220ecb9abc4a13" /><Relationship Type="http://schemas.openxmlformats.org/officeDocument/2006/relationships/tableStyles" Target="/ppt/tableStyles.xml" Id="Rf93653264b164bd5" /><Relationship Type="http://schemas.openxmlformats.org/officeDocument/2006/relationships/slide" Target="/ppt/slides/slide1.xml" Id="R373ac70f03034729" /><Relationship Type="http://schemas.openxmlformats.org/officeDocument/2006/relationships/slide" Target="/ppt/slides/slide2.xml" Id="R5374f4f5f37648bd" /><Relationship Type="http://schemas.openxmlformats.org/officeDocument/2006/relationships/slide" Target="/ppt/slides/slide3.xml" Id="Rcaa268632cbf4a01" /><Relationship Type="http://schemas.openxmlformats.org/officeDocument/2006/relationships/slide" Target="/ppt/slides/slide4.xml" Id="R3cf0d0e51c1a44df" /><Relationship Type="http://schemas.openxmlformats.org/officeDocument/2006/relationships/slide" Target="/ppt/slides/slide5.xml" Id="R0ff4237298d543a3" /><Relationship Type="http://schemas.openxmlformats.org/officeDocument/2006/relationships/slide" Target="/ppt/slides/slide6.xml" Id="Rdaeffdab73ff4d65" /><Relationship Type="http://schemas.openxmlformats.org/officeDocument/2006/relationships/slide" Target="/ppt/slides/slide7.xml" Id="R96070140d0684443" /><Relationship Type="http://schemas.openxmlformats.org/officeDocument/2006/relationships/slide" Target="/ppt/slides/slide8.xml" Id="R1faaf2173e46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8e1b46f7d5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eeb9ff5754bcf" /><Relationship Type="http://schemas.openxmlformats.org/officeDocument/2006/relationships/notesMaster" Target="/ppt/notesMasters/notesMaster1.xml" Id="R3b7e0f7abd85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0eb051eb2f4450" /><Relationship Type="http://schemas.openxmlformats.org/officeDocument/2006/relationships/notesMaster" Target="/ppt/notesMasters/notesMaster1.xml" Id="Rd0c11d99a240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f296a5c5a4a20" /><Relationship Type="http://schemas.openxmlformats.org/officeDocument/2006/relationships/notesMaster" Target="/ppt/notesMasters/notesMaster1.xml" Id="R4734c782a33b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59e3a626184683" /><Relationship Type="http://schemas.openxmlformats.org/officeDocument/2006/relationships/notesMaster" Target="/ppt/notesMasters/notesMaster1.xml" Id="Rbd9e3c7e7696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1393d97cc4a12" /><Relationship Type="http://schemas.openxmlformats.org/officeDocument/2006/relationships/notesMaster" Target="/ppt/notesMasters/notesMaster1.xml" Id="Rceaca9b39533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b10c0c60443f3" /><Relationship Type="http://schemas.openxmlformats.org/officeDocument/2006/relationships/notesMaster" Target="/ppt/notesMasters/notesMaster1.xml" Id="R68b4b27ea70e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7f365a600940ad" /><Relationship Type="http://schemas.openxmlformats.org/officeDocument/2006/relationships/notesMaster" Target="/ppt/notesMasters/notesMaster1.xml" Id="R27da5a1bdc53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faf51093f645b7" /><Relationship Type="http://schemas.openxmlformats.org/officeDocument/2006/relationships/notesMaster" Target="/ppt/notesMasters/notesMaster1.xml" Id="R36bf001245b2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{{S1_NOTES}}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{{S2_NOTES}}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{{S3_NOTES}}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{{S4_NOTES}}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{{S5_NOTES}}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{{S6_NOTES}}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{{S7_NOTES}}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{{S8_NOTES}}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8901b24c4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663bf22f44a17" /><Relationship Type="http://schemas.openxmlformats.org/officeDocument/2006/relationships/slideLayout" Target="/ppt/slideLayouts/slideLayout1.xml" Id="Rba8aa7622d82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aa7622d82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8768c2a84bf6" /><Relationship Type="http://schemas.openxmlformats.org/officeDocument/2006/relationships/image" Target="/ppt/media/image.jpeg" Id="Rf5cd2071802547f4" /><Relationship Type="http://schemas.openxmlformats.org/officeDocument/2006/relationships/notesSlide" Target="/ppt/notesSlides/notesSlide1.xml" Id="R082639629fce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fde1485064205" /><Relationship Type="http://schemas.openxmlformats.org/officeDocument/2006/relationships/image" Target="/ppt/media/image2.jpeg" Id="Rfcddf3c22bce4561" /><Relationship Type="http://schemas.openxmlformats.org/officeDocument/2006/relationships/notesSlide" Target="/ppt/notesSlides/notesSlide2.xml" Id="R73ca8578502e40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55ee003542d1" /><Relationship Type="http://schemas.openxmlformats.org/officeDocument/2006/relationships/image" Target="/ppt/media/image3.jpeg" Id="R5cf256c67f674b8b" /><Relationship Type="http://schemas.openxmlformats.org/officeDocument/2006/relationships/notesSlide" Target="/ppt/notesSlides/notesSlide3.xml" Id="R77de1e987b62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955c7a3b5485d" /><Relationship Type="http://schemas.openxmlformats.org/officeDocument/2006/relationships/image" Target="/ppt/media/image4.jpeg" Id="Rf86854464ab54b39" /><Relationship Type="http://schemas.openxmlformats.org/officeDocument/2006/relationships/notesSlide" Target="/ppt/notesSlides/notesSlide4.xml" Id="R0dd789d9e89f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6a9a07094ebd" /><Relationship Type="http://schemas.openxmlformats.org/officeDocument/2006/relationships/image" Target="/ppt/media/image5.jpeg" Id="R932c8b9aad21407e" /><Relationship Type="http://schemas.openxmlformats.org/officeDocument/2006/relationships/notesSlide" Target="/ppt/notesSlides/notesSlide5.xml" Id="R00379301fb2a4d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dfd53e19e43ca" /><Relationship Type="http://schemas.openxmlformats.org/officeDocument/2006/relationships/image" Target="/ppt/media/image6.jpeg" Id="R9ea871964f3e4644" /><Relationship Type="http://schemas.openxmlformats.org/officeDocument/2006/relationships/notesSlide" Target="/ppt/notesSlides/notesSlide6.xml" Id="R630cdd1705a5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6d623afa4012" /><Relationship Type="http://schemas.openxmlformats.org/officeDocument/2006/relationships/image" Target="/ppt/media/image7.jpeg" Id="R6b64c8134b1e4120" /><Relationship Type="http://schemas.openxmlformats.org/officeDocument/2006/relationships/notesSlide" Target="/ppt/notesSlides/notesSlide7.xml" Id="R5a237f38588641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4502649d4d14" /><Relationship Type="http://schemas.openxmlformats.org/officeDocument/2006/relationships/image" Target="/ppt/media/image8.jpeg" Id="Rf9f0f49726c34385" /><Relationship Type="http://schemas.openxmlformats.org/officeDocument/2006/relationships/notesSlide" Target="/ppt/notesSlides/notesSlide8.xml" Id="R8bc41ec7019a48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54396719-D85C-42A6-9810-B564766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8CCE6DF8-E944-403C-8D75-33E7538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AD056478-1DF5-4F65-BEDB-8EC3483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B0732D16-3CCE-4329-8FFF-330CA2F4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white-frame">
            <a:extLst xmlns:a="http://schemas.openxmlformats.org/drawingml/2006/main">
              <a:ext uri="{FF2B5EF4-FFF2-40B4-BE49-F238E27FC236}">
                <a16:creationId xmlns:a16="http://schemas.microsoft.com/office/drawing/2014/main" id="{957E654C-B527-423A-AD08-6C2DA65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7335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d2071802547f4"/>
          <a:stretch xmlns:a="http://schemas.openxmlformats.org/drawingml/2006/main"/>
        </p:blipFill>
        <p:spPr>
          <a:xfrm xmlns:a="http://schemas.openxmlformats.org/drawingml/2006/main">
            <a:off x="1047750" y="581025"/>
            <a:ext cx="1123950" cy="561975"/>
          </a:xfrm>
          <a:prstGeom xmlns:a="http://schemas.openxmlformats.org/drawingml/2006/main" prst="rect">
            <a:avLst/>
          </a:prstGeom>
        </p:spPr>
      </p:pic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6B520CF-4046-475C-AD35-F6BC9F6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971"/>
                </a:solidFill>
              </a:defRPr>
            </a:pPr>
            <a:r>
              <a:rPr sz="1200" b="1">
                <a:solidFill>
                  <a:srgbClr val="FF6971"/>
                </a:solidFill>
              </a:rPr>
              <a:t>{{COVER_EYEBROW}}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D9388D-B9A0-4F00-AE5C-46AECD6F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{{COVER_TITLE}}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69569B6-AAF4-4DCD-A3D9-078C9CD9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6CFDE"/>
                </a:solidFill>
              </a:defRPr>
            </a:pPr>
            <a:r>
              <a:rPr sz="1800">
                <a:solidFill>
                  <a:srgbClr val="C6CFDE"/>
                </a:solidFill>
              </a:rPr>
              <a:t>{{COVER_SUBTITLE}}</a:t>
            </a:r>
          </a:p>
        </p:txBody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1FD0AD89-2767-479F-BFF8-055FADD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E9AAF"/>
                </a:solidFill>
              </a:defRPr>
            </a:pPr>
            <a:r>
              <a:rPr sz="1125">
                <a:solidFill>
                  <a:srgbClr val="8E9AAF"/>
                </a:solidFill>
              </a:rPr>
              <a:t>{{COVER_META}}</a:t>
            </a:r>
          </a:p>
        </p:txBody>
      </p:sp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A9FC7B4-B0A1-4831-941D-20E8049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9800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draft">
            <a:extLst xmlns:a="http://schemas.openxmlformats.org/drawingml/2006/main">
              <a:ext uri="{FF2B5EF4-FFF2-40B4-BE49-F238E27FC236}">
                <a16:creationId xmlns:a16="http://schemas.microsoft.com/office/drawing/2014/main" id="{D3B2DBC4-943A-4389-AB72-C98374F7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71825"/>
            <a:ext cx="119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971"/>
                </a:solidFill>
              </a:defRPr>
            </a:pPr>
            <a:r>
              <a:rPr sz="1125" b="1">
                <a:solidFill>
                  <a:srgbClr val="FF6971"/>
                </a:solidFill>
              </a:rPr>
              <a:t>内部可编辑初稿</a:t>
            </a:r>
          </a:p>
        </p:txBody>
      </p:sp>
    </p:spTree>
    <p:extLst>
      <p:ext uri="{BB962C8B-B14F-4D97-AF65-F5344CB8AC3E}">
        <p14:creationId xmlns:p14="http://schemas.microsoft.com/office/powerpoint/2010/main" val="57860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0998C011-6B87-444F-8D47-5A04796F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F79332E2-75CB-4163-AC38-E07D601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B3753EEF-390C-4DEB-BCA3-EAC000D7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A6C8A1BE-C1D7-44DC-9681-80098C10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2">
            <a:extLst xmlns:a="http://schemas.openxmlformats.org/drawingml/2006/main">
              <a:ext uri="{FF2B5EF4-FFF2-40B4-BE49-F238E27FC236}">
                <a16:creationId xmlns:a16="http://schemas.microsoft.com/office/drawing/2014/main" id="{5ADAD4C8-79CE-4E6A-99C5-7739323B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01 / REQUIREMENT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ADFBD31E-ED70-4043-BE3A-CB88B18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{{S2_TITLE}}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df3c22bce4561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2-intro">
            <a:extLst xmlns:a="http://schemas.openxmlformats.org/drawingml/2006/main">
              <a:ext uri="{FF2B5EF4-FFF2-40B4-BE49-F238E27FC236}">
                <a16:creationId xmlns:a16="http://schemas.microsoft.com/office/drawing/2014/main" id="{09ED7AE9-96A5-4511-A781-EA588929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5DA4"/>
                </a:solidFill>
              </a:defRPr>
            </a:pPr>
            <a:r>
              <a:rPr sz="1800" b="1">
                <a:solidFill>
                  <a:srgbClr val="155DA4"/>
                </a:solidFill>
              </a:rPr>
              <a:t>{{S2_INTRO}}</a:t>
            </a:r>
          </a:p>
        </p:txBody>
      </p:sp>
      <p:sp>
        <p:nvSpPr>
          <p:cNvPr id="9" name="bullet-mark-2-1">
            <a:extLst xmlns:a="http://schemas.openxmlformats.org/drawingml/2006/main">
              <a:ext uri="{FF2B5EF4-FFF2-40B4-BE49-F238E27FC236}">
                <a16:creationId xmlns:a16="http://schemas.microsoft.com/office/drawing/2014/main" id="{58663C26-44EC-4D8E-BB33-19D6C639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-1">
            <a:extLst xmlns:a="http://schemas.openxmlformats.org/drawingml/2006/main">
              <a:ext uri="{FF2B5EF4-FFF2-40B4-BE49-F238E27FC236}">
                <a16:creationId xmlns:a16="http://schemas.microsoft.com/office/drawing/2014/main" id="{80468FEC-B421-44E0-B1C8-FAAEEF5D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{{S2_LINE1}}</a:t>
            </a:r>
          </a:p>
        </p:txBody>
      </p:sp>
      <p:sp>
        <p:nvSpPr>
          <p:cNvPr id="11" name="bullet-mark-2-2">
            <a:extLst xmlns:a="http://schemas.openxmlformats.org/drawingml/2006/main">
              <a:ext uri="{FF2B5EF4-FFF2-40B4-BE49-F238E27FC236}">
                <a16:creationId xmlns:a16="http://schemas.microsoft.com/office/drawing/2014/main" id="{1F80A53A-4907-4939-B7C1-D9E2A4AF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-2">
            <a:extLst xmlns:a="http://schemas.openxmlformats.org/drawingml/2006/main">
              <a:ext uri="{FF2B5EF4-FFF2-40B4-BE49-F238E27FC236}">
                <a16:creationId xmlns:a16="http://schemas.microsoft.com/office/drawing/2014/main" id="{83A5F22B-63E8-47CA-A760-0C0D15D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{{S2_LINE2}}</a:t>
            </a:r>
          </a:p>
        </p:txBody>
      </p:sp>
      <p:sp>
        <p:nvSpPr>
          <p:cNvPr id="13" name="bullet-mark-2-3">
            <a:extLst xmlns:a="http://schemas.openxmlformats.org/drawingml/2006/main">
              <a:ext uri="{FF2B5EF4-FFF2-40B4-BE49-F238E27FC236}">
                <a16:creationId xmlns:a16="http://schemas.microsoft.com/office/drawing/2014/main" id="{158AC1BB-E684-43A7-9EDE-A2847FB5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-3">
            <a:extLst xmlns:a="http://schemas.openxmlformats.org/drawingml/2006/main">
              <a:ext uri="{FF2B5EF4-FFF2-40B4-BE49-F238E27FC236}">
                <a16:creationId xmlns:a16="http://schemas.microsoft.com/office/drawing/2014/main" id="{3DD13142-666F-434B-A5BB-1A119674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{{S2_LINE3}}</a:t>
            </a:r>
          </a:p>
        </p:txBody>
      </p:sp>
      <p:sp>
        <p:nvSpPr>
          <p:cNvPr id="15" name="bullet-mark-2-4">
            <a:extLst xmlns:a="http://schemas.openxmlformats.org/drawingml/2006/main">
              <a:ext uri="{FF2B5EF4-FFF2-40B4-BE49-F238E27FC236}">
                <a16:creationId xmlns:a16="http://schemas.microsoft.com/office/drawing/2014/main" id="{E9933008-9BD1-44DD-A1EA-3D5D6EDB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-4">
            <a:extLst xmlns:a="http://schemas.openxmlformats.org/drawingml/2006/main">
              <a:ext uri="{FF2B5EF4-FFF2-40B4-BE49-F238E27FC236}">
                <a16:creationId xmlns:a16="http://schemas.microsoft.com/office/drawing/2014/main" id="{78907A90-3F6A-46BF-8068-0D50EA0F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{{S2_LINE4}}</a:t>
            </a:r>
          </a:p>
        </p:txBody>
      </p:sp>
      <p:sp>
        <p:nvSpPr>
          <p:cNvPr id="17" name="bullet-mark-2-5">
            <a:extLst xmlns:a="http://schemas.openxmlformats.org/drawingml/2006/main">
              <a:ext uri="{FF2B5EF4-FFF2-40B4-BE49-F238E27FC236}">
                <a16:creationId xmlns:a16="http://schemas.microsoft.com/office/drawing/2014/main" id="{73C6261C-8716-4CA5-8C0D-521F2E9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-5">
            <a:extLst xmlns:a="http://schemas.openxmlformats.org/drawingml/2006/main">
              <a:ext uri="{FF2B5EF4-FFF2-40B4-BE49-F238E27FC236}">
                <a16:creationId xmlns:a16="http://schemas.microsoft.com/office/drawing/2014/main" id="{98A57F6C-0C5C-4CE7-AD20-C3B13AC5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{{S2_LINE5}}</a:t>
            </a:r>
          </a:p>
        </p:txBody>
      </p:sp>
      <p:sp>
        <p:nvSpPr>
          <p:cNvPr id="19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748D6C8E-68CA-4F47-A382-7A5B4413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-2">
            <a:extLst xmlns:a="http://schemas.openxmlformats.org/drawingml/2006/main">
              <a:ext uri="{FF2B5EF4-FFF2-40B4-BE49-F238E27FC236}">
                <a16:creationId xmlns:a16="http://schemas.microsoft.com/office/drawing/2014/main" id="{FB751070-D01E-4D34-90C1-6F419262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{{S2_SOURCE}}</a:t>
            </a: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14B52C17-A2E7-44BC-A2D9-BA0C19D9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224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0538E209-DCFD-4716-B436-CEF34A5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4F674225-084E-4AE7-89DB-D6DD8AB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7C673FAD-08E9-4426-BF15-B4085E7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3159681F-D182-4278-8C1B-DF3EE35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3">
            <a:extLst xmlns:a="http://schemas.openxmlformats.org/drawingml/2006/main">
              <a:ext uri="{FF2B5EF4-FFF2-40B4-BE49-F238E27FC236}">
                <a16:creationId xmlns:a16="http://schemas.microsoft.com/office/drawing/2014/main" id="{A3FE23B4-4B07-474D-A31C-560B36A7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02 / OBJECTIVES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CD25A97D-27B1-4A40-9988-15A0AC18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{{S3_TITLE}}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256c67f674b8b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3-number-0">
            <a:extLst xmlns:a="http://schemas.openxmlformats.org/drawingml/2006/main">
              <a:ext uri="{FF2B5EF4-FFF2-40B4-BE49-F238E27FC236}">
                <a16:creationId xmlns:a16="http://schemas.microsoft.com/office/drawing/2014/main" id="{2CBA92D6-4F71-49B3-9BE8-7A99670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5DA4"/>
                </a:solidFill>
              </a:defRPr>
            </a:pPr>
            <a:r>
              <a:rPr sz="3300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9" name="s3-rule-0">
            <a:extLst xmlns:a="http://schemas.openxmlformats.org/drawingml/2006/main">
              <a:ext uri="{FF2B5EF4-FFF2-40B4-BE49-F238E27FC236}">
                <a16:creationId xmlns:a16="http://schemas.microsoft.com/office/drawing/2014/main" id="{3306E5ED-21F6-47C7-8C36-96DAB9C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02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-head-0">
            <a:extLst xmlns:a="http://schemas.openxmlformats.org/drawingml/2006/main">
              <a:ext uri="{FF2B5EF4-FFF2-40B4-BE49-F238E27FC236}">
                <a16:creationId xmlns:a16="http://schemas.microsoft.com/office/drawing/2014/main" id="{48015A94-5427-491C-AD33-0A842D0C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52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{{S3_HEAD1}}</a:t>
            </a:r>
          </a:p>
        </p:txBody>
      </p:sp>
      <p:sp>
        <p:nvSpPr>
          <p:cNvPr id="11" name="s3-body-0">
            <a:extLst xmlns:a="http://schemas.openxmlformats.org/drawingml/2006/main">
              <a:ext uri="{FF2B5EF4-FFF2-40B4-BE49-F238E27FC236}">
                <a16:creationId xmlns:a16="http://schemas.microsoft.com/office/drawing/2014/main" id="{20B3E0C0-F6F8-4D28-A53D-A5C69F7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526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184"/>
                </a:solidFill>
              </a:defRPr>
            </a:pPr>
            <a:r>
              <a:rPr sz="1425">
                <a:solidFill>
                  <a:srgbClr val="687184"/>
                </a:solidFill>
              </a:rPr>
              <a:t>{{S3_BODY1}}</a:t>
            </a:r>
          </a:p>
        </p:txBody>
      </p:sp>
      <p:sp>
        <p:nvSpPr>
          <p:cNvPr id="12" name="s3-number-1">
            <a:extLst xmlns:a="http://schemas.openxmlformats.org/drawingml/2006/main">
              <a:ext uri="{FF2B5EF4-FFF2-40B4-BE49-F238E27FC236}">
                <a16:creationId xmlns:a16="http://schemas.microsoft.com/office/drawing/2014/main" id="{AF45AC18-BFA6-414A-A994-1175CF0E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1E2B"/>
                </a:solidFill>
              </a:defRPr>
            </a:pPr>
            <a:r>
              <a:rPr sz="3300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3" name="s3-rule-1">
            <a:extLst xmlns:a="http://schemas.openxmlformats.org/drawingml/2006/main">
              <a:ext uri="{FF2B5EF4-FFF2-40B4-BE49-F238E27FC236}">
                <a16:creationId xmlns:a16="http://schemas.microsoft.com/office/drawing/2014/main" id="{48E420DD-439D-484E-814E-A2AC1509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57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3-head-1">
            <a:extLst xmlns:a="http://schemas.openxmlformats.org/drawingml/2006/main">
              <a:ext uri="{FF2B5EF4-FFF2-40B4-BE49-F238E27FC236}">
                <a16:creationId xmlns:a16="http://schemas.microsoft.com/office/drawing/2014/main" id="{F730F186-DBF6-4340-A9FE-033379BC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9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{{S3_HEAD2}}</a:t>
            </a:r>
          </a:p>
        </p:txBody>
      </p:sp>
      <p:sp>
        <p:nvSpPr>
          <p:cNvPr id="15" name="s3-body-1">
            <a:extLst xmlns:a="http://schemas.openxmlformats.org/drawingml/2006/main">
              <a:ext uri="{FF2B5EF4-FFF2-40B4-BE49-F238E27FC236}">
                <a16:creationId xmlns:a16="http://schemas.microsoft.com/office/drawing/2014/main" id="{5CB02B30-66F7-4AEF-A34B-51E2AC95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99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184"/>
                </a:solidFill>
              </a:defRPr>
            </a:pPr>
            <a:r>
              <a:rPr sz="1425">
                <a:solidFill>
                  <a:srgbClr val="687184"/>
                </a:solidFill>
              </a:rPr>
              <a:t>{{S3_BODY2}}</a:t>
            </a:r>
          </a:p>
        </p:txBody>
      </p:sp>
      <p:sp>
        <p:nvSpPr>
          <p:cNvPr id="16" name="s3-number-2">
            <a:extLst xmlns:a="http://schemas.openxmlformats.org/drawingml/2006/main">
              <a:ext uri="{FF2B5EF4-FFF2-40B4-BE49-F238E27FC236}">
                <a16:creationId xmlns:a16="http://schemas.microsoft.com/office/drawing/2014/main" id="{7D43ABBD-BE9C-48B5-AE8C-5769F829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854B"/>
                </a:solidFill>
              </a:defRPr>
            </a:pPr>
            <a:r>
              <a:rPr sz="3300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17" name="s3-rule-2">
            <a:extLst xmlns:a="http://schemas.openxmlformats.org/drawingml/2006/main">
              <a:ext uri="{FF2B5EF4-FFF2-40B4-BE49-F238E27FC236}">
                <a16:creationId xmlns:a16="http://schemas.microsoft.com/office/drawing/2014/main" id="{C08F2DA4-B809-42E5-B95B-63CE5B0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148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head-2">
            <a:extLst xmlns:a="http://schemas.openxmlformats.org/drawingml/2006/main">
              <a:ext uri="{FF2B5EF4-FFF2-40B4-BE49-F238E27FC236}">
                <a16:creationId xmlns:a16="http://schemas.microsoft.com/office/drawing/2014/main" id="{1898B753-EF15-4C94-B925-0971AA9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{{S3_HEAD3}}</a:t>
            </a:r>
          </a:p>
        </p:txBody>
      </p:sp>
      <p:sp>
        <p:nvSpPr>
          <p:cNvPr id="19" name="s3-body-2">
            <a:extLst xmlns:a="http://schemas.openxmlformats.org/drawingml/2006/main">
              <a:ext uri="{FF2B5EF4-FFF2-40B4-BE49-F238E27FC236}">
                <a16:creationId xmlns:a16="http://schemas.microsoft.com/office/drawing/2014/main" id="{3F19F2A3-9FA1-4CBE-8F42-37BCEF2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672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184"/>
                </a:solidFill>
              </a:defRPr>
            </a:pPr>
            <a:r>
              <a:rPr sz="1425">
                <a:solidFill>
                  <a:srgbClr val="687184"/>
                </a:solidFill>
              </a:rPr>
              <a:t>{{S3_BODY3}}</a:t>
            </a:r>
          </a:p>
        </p:txBody>
      </p:sp>
      <p:sp>
        <p:nvSpPr>
          <p:cNvPr id="2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4CA0FA2A-B2EE-4BAD-8846-94AF125D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3">
            <a:extLst xmlns:a="http://schemas.openxmlformats.org/drawingml/2006/main">
              <a:ext uri="{FF2B5EF4-FFF2-40B4-BE49-F238E27FC236}">
                <a16:creationId xmlns:a16="http://schemas.microsoft.com/office/drawing/2014/main" id="{6642FF94-22DC-47ED-AD2D-9C5D4F5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{{S3_SOURCE}}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593031C9-F1DC-44D9-9CB8-1CB643AF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554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4F29ADBF-61AE-4A0F-95ED-92A6E9D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A791BD2E-15D7-4888-A2A9-32F05D5D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29DEDDB6-B607-4A31-A6C7-93C8023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B429D990-F5D5-425B-87DE-00E6DD9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4">
            <a:extLst xmlns:a="http://schemas.openxmlformats.org/drawingml/2006/main">
              <a:ext uri="{FF2B5EF4-FFF2-40B4-BE49-F238E27FC236}">
                <a16:creationId xmlns:a16="http://schemas.microsoft.com/office/drawing/2014/main" id="{E56F246B-A6B5-4888-98DB-396D68A4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03 / SOLUTION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901CA5C8-2475-427A-9141-41F7AB00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{{S4_TITLE}}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854464ab54b39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4-arrow-0">
            <a:extLst xmlns:a="http://schemas.openxmlformats.org/drawingml/2006/main">
              <a:ext uri="{FF2B5EF4-FFF2-40B4-BE49-F238E27FC236}">
                <a16:creationId xmlns:a16="http://schemas.microsoft.com/office/drawing/2014/main" id="{A62A22E8-6453-444B-89CE-A385D2FB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051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-arrow-1">
            <a:extLst xmlns:a="http://schemas.openxmlformats.org/drawingml/2006/main">
              <a:ext uri="{FF2B5EF4-FFF2-40B4-BE49-F238E27FC236}">
                <a16:creationId xmlns:a16="http://schemas.microsoft.com/office/drawing/2014/main" id="{CF8FB5A0-643F-4FD5-908A-0DC45CA6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-arrow-2">
            <a:extLst xmlns:a="http://schemas.openxmlformats.org/drawingml/2006/main">
              <a:ext uri="{FF2B5EF4-FFF2-40B4-BE49-F238E27FC236}">
                <a16:creationId xmlns:a16="http://schemas.microsoft.com/office/drawing/2014/main" id="{04201C13-7C1C-49AE-B9A5-B3F9597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ode-0">
            <a:extLst xmlns:a="http://schemas.openxmlformats.org/drawingml/2006/main">
              <a:ext uri="{FF2B5EF4-FFF2-40B4-BE49-F238E27FC236}">
                <a16:creationId xmlns:a16="http://schemas.microsoft.com/office/drawing/2014/main" id="{094F5BE1-1818-444C-B251-FEA005E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5DA4"/>
            </a:solidFill>
            <a:prstDash val="solid"/>
          </a:ln>
        </p:spPr>
      </p:sp>
      <p:sp>
        <p:nvSpPr>
          <p:cNvPr id="12" name="s4-step-0">
            <a:extLst xmlns:a="http://schemas.openxmlformats.org/drawingml/2006/main">
              <a:ext uri="{FF2B5EF4-FFF2-40B4-BE49-F238E27FC236}">
                <a16:creationId xmlns:a16="http://schemas.microsoft.com/office/drawing/2014/main" id="{EB484419-D0B4-471E-8EE3-3079A9D4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DA4"/>
                </a:solidFill>
              </a:defRPr>
            </a:pPr>
            <a:r>
              <a:rPr sz="1350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13" name="s4-head-0">
            <a:extLst xmlns:a="http://schemas.openxmlformats.org/drawingml/2006/main">
              <a:ext uri="{FF2B5EF4-FFF2-40B4-BE49-F238E27FC236}">
                <a16:creationId xmlns:a16="http://schemas.microsoft.com/office/drawing/2014/main" id="{11FD8C96-AA3A-44CC-B574-2990610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{{S4_HEAD1}}</a:t>
            </a:r>
          </a:p>
        </p:txBody>
      </p:sp>
      <p:sp>
        <p:nvSpPr>
          <p:cNvPr id="14" name="s4-body-0">
            <a:extLst xmlns:a="http://schemas.openxmlformats.org/drawingml/2006/main">
              <a:ext uri="{FF2B5EF4-FFF2-40B4-BE49-F238E27FC236}">
                <a16:creationId xmlns:a16="http://schemas.microsoft.com/office/drawing/2014/main" id="{977F01DC-ABC8-4C99-8DAC-15378499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{{S4_BODY1}}</a:t>
            </a:r>
          </a:p>
        </p:txBody>
      </p:sp>
      <p:sp>
        <p:nvSpPr>
          <p:cNvPr id="15" name="s4-node-1">
            <a:extLst xmlns:a="http://schemas.openxmlformats.org/drawingml/2006/main">
              <a:ext uri="{FF2B5EF4-FFF2-40B4-BE49-F238E27FC236}">
                <a16:creationId xmlns:a16="http://schemas.microsoft.com/office/drawing/2014/main" id="{9750395F-931F-4B80-8825-1F7DF41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1E2B"/>
            </a:solidFill>
            <a:prstDash val="solid"/>
          </a:ln>
        </p:spPr>
      </p:sp>
      <p:sp>
        <p:nvSpPr>
          <p:cNvPr id="16" name="s4-step-1">
            <a:extLst xmlns:a="http://schemas.openxmlformats.org/drawingml/2006/main">
              <a:ext uri="{FF2B5EF4-FFF2-40B4-BE49-F238E27FC236}">
                <a16:creationId xmlns:a16="http://schemas.microsoft.com/office/drawing/2014/main" id="{FD8673EB-EF1D-464C-81D4-DF884781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1E2B"/>
                </a:solidFill>
              </a:defRPr>
            </a:pPr>
            <a:r>
              <a:rPr sz="1350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7" name="s4-head-1">
            <a:extLst xmlns:a="http://schemas.openxmlformats.org/drawingml/2006/main">
              <a:ext uri="{FF2B5EF4-FFF2-40B4-BE49-F238E27FC236}">
                <a16:creationId xmlns:a16="http://schemas.microsoft.com/office/drawing/2014/main" id="{F4DF13C1-A8D2-4E35-822C-ED85B513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{{S4_HEAD2}}</a:t>
            </a:r>
          </a:p>
        </p:txBody>
      </p:sp>
      <p:sp>
        <p:nvSpPr>
          <p:cNvPr id="18" name="s4-body-1">
            <a:extLst xmlns:a="http://schemas.openxmlformats.org/drawingml/2006/main">
              <a:ext uri="{FF2B5EF4-FFF2-40B4-BE49-F238E27FC236}">
                <a16:creationId xmlns:a16="http://schemas.microsoft.com/office/drawing/2014/main" id="{EE044AB5-883F-4836-A846-BA2DEF0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{{S4_BODY2}}</a:t>
            </a:r>
          </a:p>
        </p:txBody>
      </p:sp>
      <p:sp>
        <p:nvSpPr>
          <p:cNvPr id="19" name="s4-node-2">
            <a:extLst xmlns:a="http://schemas.openxmlformats.org/drawingml/2006/main">
              <a:ext uri="{FF2B5EF4-FFF2-40B4-BE49-F238E27FC236}">
                <a16:creationId xmlns:a16="http://schemas.microsoft.com/office/drawing/2014/main" id="{04006E5B-FF0E-4EDE-86A1-DB35410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854B"/>
            </a:solidFill>
            <a:prstDash val="solid"/>
          </a:ln>
        </p:spPr>
      </p:sp>
      <p:sp>
        <p:nvSpPr>
          <p:cNvPr id="20" name="s4-step-2">
            <a:extLst xmlns:a="http://schemas.openxmlformats.org/drawingml/2006/main">
              <a:ext uri="{FF2B5EF4-FFF2-40B4-BE49-F238E27FC236}">
                <a16:creationId xmlns:a16="http://schemas.microsoft.com/office/drawing/2014/main" id="{3DD127D5-9804-4AFA-A424-88F2A770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54B"/>
                </a:solidFill>
              </a:defRPr>
            </a:pPr>
            <a:r>
              <a:rPr sz="1350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21" name="s4-head-2">
            <a:extLst xmlns:a="http://schemas.openxmlformats.org/drawingml/2006/main">
              <a:ext uri="{FF2B5EF4-FFF2-40B4-BE49-F238E27FC236}">
                <a16:creationId xmlns:a16="http://schemas.microsoft.com/office/drawing/2014/main" id="{68A3A8E7-6E1D-4F83-8682-EF60CFF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{{S4_HEAD3}}</a:t>
            </a:r>
          </a:p>
        </p:txBody>
      </p:sp>
      <p:sp>
        <p:nvSpPr>
          <p:cNvPr id="22" name="s4-body-2">
            <a:extLst xmlns:a="http://schemas.openxmlformats.org/drawingml/2006/main">
              <a:ext uri="{FF2B5EF4-FFF2-40B4-BE49-F238E27FC236}">
                <a16:creationId xmlns:a16="http://schemas.microsoft.com/office/drawing/2014/main" id="{95560A48-674A-4889-A4A6-B378AF3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{{S4_BODY3}}</a:t>
            </a:r>
          </a:p>
        </p:txBody>
      </p:sp>
      <p:sp>
        <p:nvSpPr>
          <p:cNvPr id="23" name="s4-node-3">
            <a:extLst xmlns:a="http://schemas.openxmlformats.org/drawingml/2006/main">
              <a:ext uri="{FF2B5EF4-FFF2-40B4-BE49-F238E27FC236}">
                <a16:creationId xmlns:a16="http://schemas.microsoft.com/office/drawing/2014/main" id="{55BCF651-42C4-4D38-B945-B291D7F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E9618"/>
            </a:solidFill>
            <a:prstDash val="solid"/>
          </a:ln>
        </p:spPr>
      </p:sp>
      <p:sp>
        <p:nvSpPr>
          <p:cNvPr id="24" name="s4-step-3">
            <a:extLst xmlns:a="http://schemas.openxmlformats.org/drawingml/2006/main">
              <a:ext uri="{FF2B5EF4-FFF2-40B4-BE49-F238E27FC236}">
                <a16:creationId xmlns:a16="http://schemas.microsoft.com/office/drawing/2014/main" id="{A2948DED-49F7-471E-BB0D-74D3ADDF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E9618"/>
                </a:solidFill>
              </a:defRPr>
            </a:pPr>
            <a:r>
              <a:rPr sz="1350" b="1">
                <a:solidFill>
                  <a:srgbClr val="EE9618"/>
                </a:solidFill>
              </a:rPr>
              <a:t>04</a:t>
            </a:r>
          </a:p>
        </p:txBody>
      </p:sp>
      <p:sp>
        <p:nvSpPr>
          <p:cNvPr id="25" name="s4-head-3">
            <a:extLst xmlns:a="http://schemas.openxmlformats.org/drawingml/2006/main">
              <a:ext uri="{FF2B5EF4-FFF2-40B4-BE49-F238E27FC236}">
                <a16:creationId xmlns:a16="http://schemas.microsoft.com/office/drawing/2014/main" id="{1BB81928-561D-43FC-9CE2-BFDC73FD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{{S4_HEAD4}}</a:t>
            </a:r>
          </a:p>
        </p:txBody>
      </p:sp>
      <p:sp>
        <p:nvSpPr>
          <p:cNvPr id="26" name="s4-body-3">
            <a:extLst xmlns:a="http://schemas.openxmlformats.org/drawingml/2006/main">
              <a:ext uri="{FF2B5EF4-FFF2-40B4-BE49-F238E27FC236}">
                <a16:creationId xmlns:a16="http://schemas.microsoft.com/office/drawing/2014/main" id="{391997E3-6688-4221-9E85-F938817A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{{S4_BODY4}}</a:t>
            </a:r>
          </a:p>
        </p:txBody>
      </p:sp>
      <p:sp>
        <p:nvSpPr>
          <p:cNvPr id="27" name="s4-conclusion">
            <a:extLst xmlns:a="http://schemas.openxmlformats.org/drawingml/2006/main">
              <a:ext uri="{FF2B5EF4-FFF2-40B4-BE49-F238E27FC236}">
                <a16:creationId xmlns:a16="http://schemas.microsoft.com/office/drawing/2014/main" id="{1F9CC0C7-793B-4ECB-9B12-9F0D42A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DA4"/>
                </a:solidFill>
              </a:defRPr>
            </a:pPr>
            <a:r>
              <a:rPr sz="1650" b="1">
                <a:solidFill>
                  <a:srgbClr val="155DA4"/>
                </a:solidFill>
              </a:rPr>
              <a:t>{{S4_CONCLUSION}}</a:t>
            </a:r>
          </a:p>
        </p:txBody>
      </p:sp>
      <p:sp>
        <p:nvSpPr>
          <p:cNvPr id="28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E7BE91E7-61CB-4511-BD30-FB74506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ource-4">
            <a:extLst xmlns:a="http://schemas.openxmlformats.org/drawingml/2006/main">
              <a:ext uri="{FF2B5EF4-FFF2-40B4-BE49-F238E27FC236}">
                <a16:creationId xmlns:a16="http://schemas.microsoft.com/office/drawing/2014/main" id="{769862FD-D9EF-49D5-BC55-80677A7A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{{S4_SOURCE}}</a:t>
            </a:r>
          </a:p>
        </p:txBody>
      </p:sp>
      <p:sp>
        <p:nvSpPr>
          <p:cNvPr id="30" name="page-4">
            <a:extLst xmlns:a="http://schemas.openxmlformats.org/drawingml/2006/main">
              <a:ext uri="{FF2B5EF4-FFF2-40B4-BE49-F238E27FC236}">
                <a16:creationId xmlns:a16="http://schemas.microsoft.com/office/drawing/2014/main" id="{E58462CD-C3A2-420F-9C5F-9FC2F18D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4312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3B33C0B7-9677-487A-94F9-67AE59FA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CD3B364E-4892-4D5C-BA2B-B4C6A8A6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B789FE9C-922C-407F-BD7E-2ABF6BF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D085D348-5424-42EB-8764-C4D4DE4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5">
            <a:extLst xmlns:a="http://schemas.openxmlformats.org/drawingml/2006/main">
              <a:ext uri="{FF2B5EF4-FFF2-40B4-BE49-F238E27FC236}">
                <a16:creationId xmlns:a16="http://schemas.microsoft.com/office/drawing/2014/main" id="{726129E6-5375-4B40-92C4-CBD6CC6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04 / CONTENT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07ADB2D8-816B-4FCA-8AC8-B03F001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{{S5_TITLE}}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c8b9aad21407e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5-index-0">
            <a:extLst xmlns:a="http://schemas.openxmlformats.org/drawingml/2006/main">
              <a:ext uri="{FF2B5EF4-FFF2-40B4-BE49-F238E27FC236}">
                <a16:creationId xmlns:a16="http://schemas.microsoft.com/office/drawing/2014/main" id="{E7B7D297-5E17-43F6-8B31-18504ED3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5DA4"/>
                </a:solidFill>
              </a:defRPr>
            </a:pPr>
            <a:r>
              <a:rPr sz="2250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9" name="s5-rule-0">
            <a:extLst xmlns:a="http://schemas.openxmlformats.org/drawingml/2006/main">
              <a:ext uri="{FF2B5EF4-FFF2-40B4-BE49-F238E27FC236}">
                <a16:creationId xmlns:a16="http://schemas.microsoft.com/office/drawing/2014/main" id="{C4F4ED15-A7A4-46FD-9682-87ECF4E6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5-head-0">
            <a:extLst xmlns:a="http://schemas.openxmlformats.org/drawingml/2006/main">
              <a:ext uri="{FF2B5EF4-FFF2-40B4-BE49-F238E27FC236}">
                <a16:creationId xmlns:a16="http://schemas.microsoft.com/office/drawing/2014/main" id="{62EDB84C-AA88-4A21-B335-B00EF92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{{S5_HEAD1}}</a:t>
            </a:r>
          </a:p>
        </p:txBody>
      </p:sp>
      <p:sp>
        <p:nvSpPr>
          <p:cNvPr id="11" name="s5-body-0">
            <a:extLst xmlns:a="http://schemas.openxmlformats.org/drawingml/2006/main">
              <a:ext uri="{FF2B5EF4-FFF2-40B4-BE49-F238E27FC236}">
                <a16:creationId xmlns:a16="http://schemas.microsoft.com/office/drawing/2014/main" id="{A8AEBC2A-C4B8-4275-B96F-9059E5AE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{{S5_BODY1}}</a:t>
            </a:r>
          </a:p>
        </p:txBody>
      </p:sp>
      <p:sp>
        <p:nvSpPr>
          <p:cNvPr id="12" name="s5-index-1">
            <a:extLst xmlns:a="http://schemas.openxmlformats.org/drawingml/2006/main">
              <a:ext uri="{FF2B5EF4-FFF2-40B4-BE49-F238E27FC236}">
                <a16:creationId xmlns:a16="http://schemas.microsoft.com/office/drawing/2014/main" id="{A20730C1-F3F6-4738-945E-DC5643A9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1E2B"/>
                </a:solidFill>
              </a:defRPr>
            </a:pPr>
            <a:r>
              <a:rPr sz="2250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3" name="s5-rule-1">
            <a:extLst xmlns:a="http://schemas.openxmlformats.org/drawingml/2006/main">
              <a:ext uri="{FF2B5EF4-FFF2-40B4-BE49-F238E27FC236}">
                <a16:creationId xmlns:a16="http://schemas.microsoft.com/office/drawing/2014/main" id="{7F89AA1C-729A-4F16-ACB0-035FF13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head-1">
            <a:extLst xmlns:a="http://schemas.openxmlformats.org/drawingml/2006/main">
              <a:ext uri="{FF2B5EF4-FFF2-40B4-BE49-F238E27FC236}">
                <a16:creationId xmlns:a16="http://schemas.microsoft.com/office/drawing/2014/main" id="{00883C67-1F19-41FA-BBFC-FF7C9AF4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{{S5_HEAD2}}</a:t>
            </a:r>
          </a:p>
        </p:txBody>
      </p:sp>
      <p:sp>
        <p:nvSpPr>
          <p:cNvPr id="15" name="s5-body-1">
            <a:extLst xmlns:a="http://schemas.openxmlformats.org/drawingml/2006/main">
              <a:ext uri="{FF2B5EF4-FFF2-40B4-BE49-F238E27FC236}">
                <a16:creationId xmlns:a16="http://schemas.microsoft.com/office/drawing/2014/main" id="{F327F457-7673-4A20-A09B-A53524B6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{{S5_BODY2}}</a:t>
            </a:r>
          </a:p>
        </p:txBody>
      </p:sp>
      <p:sp>
        <p:nvSpPr>
          <p:cNvPr id="16" name="s5-index-2">
            <a:extLst xmlns:a="http://schemas.openxmlformats.org/drawingml/2006/main">
              <a:ext uri="{FF2B5EF4-FFF2-40B4-BE49-F238E27FC236}">
                <a16:creationId xmlns:a16="http://schemas.microsoft.com/office/drawing/2014/main" id="{84EC1FAF-F031-4F55-9401-E8F07D0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854B"/>
                </a:solidFill>
              </a:defRPr>
            </a:pPr>
            <a:r>
              <a:rPr sz="2250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17" name="s5-rule-2">
            <a:extLst xmlns:a="http://schemas.openxmlformats.org/drawingml/2006/main">
              <a:ext uri="{FF2B5EF4-FFF2-40B4-BE49-F238E27FC236}">
                <a16:creationId xmlns:a16="http://schemas.microsoft.com/office/drawing/2014/main" id="{71C1C6F7-8EFE-4FC8-AB15-B4D9C72B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5-head-2">
            <a:extLst xmlns:a="http://schemas.openxmlformats.org/drawingml/2006/main">
              <a:ext uri="{FF2B5EF4-FFF2-40B4-BE49-F238E27FC236}">
                <a16:creationId xmlns:a16="http://schemas.microsoft.com/office/drawing/2014/main" id="{BBEE7BBF-E10B-4D74-A4CE-04B9CF2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{{S5_HEAD3}}</a:t>
            </a:r>
          </a:p>
        </p:txBody>
      </p:sp>
      <p:sp>
        <p:nvSpPr>
          <p:cNvPr id="19" name="s5-body-2">
            <a:extLst xmlns:a="http://schemas.openxmlformats.org/drawingml/2006/main">
              <a:ext uri="{FF2B5EF4-FFF2-40B4-BE49-F238E27FC236}">
                <a16:creationId xmlns:a16="http://schemas.microsoft.com/office/drawing/2014/main" id="{41A7DCA0-99C5-41C0-821A-D11CD3EC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{{S5_BODY3}}</a:t>
            </a:r>
          </a:p>
        </p:txBody>
      </p:sp>
      <p:sp>
        <p:nvSpPr>
          <p:cNvPr id="20" name="s5-index-3">
            <a:extLst xmlns:a="http://schemas.openxmlformats.org/drawingml/2006/main">
              <a:ext uri="{FF2B5EF4-FFF2-40B4-BE49-F238E27FC236}">
                <a16:creationId xmlns:a16="http://schemas.microsoft.com/office/drawing/2014/main" id="{C6BC1804-3B0A-4464-88C7-5CAE3CE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E9618"/>
                </a:solidFill>
              </a:defRPr>
            </a:pPr>
            <a:r>
              <a:rPr sz="2250" b="1">
                <a:solidFill>
                  <a:srgbClr val="EE9618"/>
                </a:solidFill>
              </a:rPr>
              <a:t>04</a:t>
            </a:r>
          </a:p>
        </p:txBody>
      </p:sp>
      <p:sp>
        <p:nvSpPr>
          <p:cNvPr id="21" name="s5-rule-3">
            <a:extLst xmlns:a="http://schemas.openxmlformats.org/drawingml/2006/main">
              <a:ext uri="{FF2B5EF4-FFF2-40B4-BE49-F238E27FC236}">
                <a16:creationId xmlns:a16="http://schemas.microsoft.com/office/drawing/2014/main" id="{23F19255-DD25-434F-9297-F4EF55C1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head-3">
            <a:extLst xmlns:a="http://schemas.openxmlformats.org/drawingml/2006/main">
              <a:ext uri="{FF2B5EF4-FFF2-40B4-BE49-F238E27FC236}">
                <a16:creationId xmlns:a16="http://schemas.microsoft.com/office/drawing/2014/main" id="{BC365CAE-A27E-4B48-9328-1C47E56B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{{S5_HEAD4}}</a:t>
            </a:r>
          </a:p>
        </p:txBody>
      </p:sp>
      <p:sp>
        <p:nvSpPr>
          <p:cNvPr id="23" name="s5-body-3">
            <a:extLst xmlns:a="http://schemas.openxmlformats.org/drawingml/2006/main">
              <a:ext uri="{FF2B5EF4-FFF2-40B4-BE49-F238E27FC236}">
                <a16:creationId xmlns:a16="http://schemas.microsoft.com/office/drawing/2014/main" id="{5FFAF518-B390-42CC-89DC-545D9D7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{{S5_BODY4}}</a:t>
            </a:r>
          </a:p>
        </p:txBody>
      </p:sp>
      <p:sp>
        <p:nvSpPr>
          <p:cNvPr id="24" name="s5-output">
            <a:extLst xmlns:a="http://schemas.openxmlformats.org/drawingml/2006/main">
              <a:ext uri="{FF2B5EF4-FFF2-40B4-BE49-F238E27FC236}">
                <a16:creationId xmlns:a16="http://schemas.microsoft.com/office/drawing/2014/main" id="{B209E505-31AD-4663-8E9C-4DEADFC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1E2B"/>
                </a:solidFill>
              </a:defRPr>
            </a:pPr>
            <a:r>
              <a:rPr sz="1575" b="1">
                <a:solidFill>
                  <a:srgbClr val="D91E2B"/>
                </a:solidFill>
              </a:rPr>
              <a:t>{{S5_OUTPUT}}</a:t>
            </a:r>
          </a:p>
        </p:txBody>
      </p:sp>
      <p:sp>
        <p:nvSpPr>
          <p:cNvPr id="2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53A4F8AE-4EF2-4BCF-864E-392A822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5">
            <a:extLst xmlns:a="http://schemas.openxmlformats.org/drawingml/2006/main">
              <a:ext uri="{FF2B5EF4-FFF2-40B4-BE49-F238E27FC236}">
                <a16:creationId xmlns:a16="http://schemas.microsoft.com/office/drawing/2014/main" id="{90B9B993-4DF9-44F2-BA00-E3825408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{{S5_SOURCE}}</a:t>
            </a:r>
          </a:p>
        </p:txBody>
      </p:sp>
      <p:sp>
        <p:nvSpPr>
          <p:cNvPr id="27" name="page-5">
            <a:extLst xmlns:a="http://schemas.openxmlformats.org/drawingml/2006/main">
              <a:ext uri="{FF2B5EF4-FFF2-40B4-BE49-F238E27FC236}">
                <a16:creationId xmlns:a16="http://schemas.microsoft.com/office/drawing/2014/main" id="{B1E3893F-AD6D-4F5C-A45C-E9535856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9307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4CA72E5B-A176-4579-A54F-82936D1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3E7E85F8-FEB3-49C0-822A-8073626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EBF65256-B47B-46B9-9D4E-CC096319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31293B0B-497D-4076-9BB1-652D490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6">
            <a:extLst xmlns:a="http://schemas.openxmlformats.org/drawingml/2006/main">
              <a:ext uri="{FF2B5EF4-FFF2-40B4-BE49-F238E27FC236}">
                <a16:creationId xmlns:a16="http://schemas.microsoft.com/office/drawing/2014/main" id="{F0C6CB06-00A2-4A53-ADFA-6169380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05 / DELIVERY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10B0F4E6-0AD5-424A-86F5-906E774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{{S6_TITLE}}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871964f3e4644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6-line">
            <a:extLst xmlns:a="http://schemas.openxmlformats.org/drawingml/2006/main">
              <a:ext uri="{FF2B5EF4-FFF2-40B4-BE49-F238E27FC236}">
                <a16:creationId xmlns:a16="http://schemas.microsoft.com/office/drawing/2014/main" id="{874A1216-9D2D-4462-B8DF-095564E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910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6-dot-0">
            <a:extLst xmlns:a="http://schemas.openxmlformats.org/drawingml/2006/main">
              <a:ext uri="{FF2B5EF4-FFF2-40B4-BE49-F238E27FC236}">
                <a16:creationId xmlns:a16="http://schemas.microsoft.com/office/drawing/2014/main" id="{17953A79-15C2-4B6A-8719-D5705BAA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head-0">
            <a:extLst xmlns:a="http://schemas.openxmlformats.org/drawingml/2006/main">
              <a:ext uri="{FF2B5EF4-FFF2-40B4-BE49-F238E27FC236}">
                <a16:creationId xmlns:a16="http://schemas.microsoft.com/office/drawing/2014/main" id="{F17E3AFA-E171-47C9-91C0-CAC5CAF9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{{S6_HEAD1}}</a:t>
            </a:r>
          </a:p>
        </p:txBody>
      </p:sp>
      <p:sp>
        <p:nvSpPr>
          <p:cNvPr id="11" name="s6-time-0">
            <a:extLst xmlns:a="http://schemas.openxmlformats.org/drawingml/2006/main">
              <a:ext uri="{FF2B5EF4-FFF2-40B4-BE49-F238E27FC236}">
                <a16:creationId xmlns:a16="http://schemas.microsoft.com/office/drawing/2014/main" id="{D1803E47-6332-463D-BBD3-9D555F6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DA4"/>
                </a:solidFill>
              </a:defRPr>
            </a:pPr>
            <a:r>
              <a:rPr sz="1125" b="1">
                <a:solidFill>
                  <a:srgbClr val="155DA4"/>
                </a:solidFill>
              </a:rPr>
              <a:t>{{S6_TIME1}}</a:t>
            </a:r>
          </a:p>
        </p:txBody>
      </p:sp>
      <p:sp>
        <p:nvSpPr>
          <p:cNvPr id="12" name="s6-body-0">
            <a:extLst xmlns:a="http://schemas.openxmlformats.org/drawingml/2006/main">
              <a:ext uri="{FF2B5EF4-FFF2-40B4-BE49-F238E27FC236}">
                <a16:creationId xmlns:a16="http://schemas.microsoft.com/office/drawing/2014/main" id="{0D5F1503-EED4-4F27-97CB-682342CE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{{S6_BODY1}}</a:t>
            </a:r>
          </a:p>
        </p:txBody>
      </p:sp>
      <p:sp>
        <p:nvSpPr>
          <p:cNvPr id="13" name="s6-dot-1">
            <a:extLst xmlns:a="http://schemas.openxmlformats.org/drawingml/2006/main">
              <a:ext uri="{FF2B5EF4-FFF2-40B4-BE49-F238E27FC236}">
                <a16:creationId xmlns:a16="http://schemas.microsoft.com/office/drawing/2014/main" id="{D52A438D-A182-45C8-9863-CF547D2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head-1">
            <a:extLst xmlns:a="http://schemas.openxmlformats.org/drawingml/2006/main">
              <a:ext uri="{FF2B5EF4-FFF2-40B4-BE49-F238E27FC236}">
                <a16:creationId xmlns:a16="http://schemas.microsoft.com/office/drawing/2014/main" id="{3C5025F5-E542-4AC9-8776-95F24B43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{{S6_HEAD2}}</a:t>
            </a:r>
          </a:p>
        </p:txBody>
      </p:sp>
      <p:sp>
        <p:nvSpPr>
          <p:cNvPr id="15" name="s6-time-1">
            <a:extLst xmlns:a="http://schemas.openxmlformats.org/drawingml/2006/main">
              <a:ext uri="{FF2B5EF4-FFF2-40B4-BE49-F238E27FC236}">
                <a16:creationId xmlns:a16="http://schemas.microsoft.com/office/drawing/2014/main" id="{F12253D2-0686-48BE-98B0-34D2CA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1E2B"/>
                </a:solidFill>
              </a:defRPr>
            </a:pPr>
            <a:r>
              <a:rPr sz="1125" b="1">
                <a:solidFill>
                  <a:srgbClr val="D91E2B"/>
                </a:solidFill>
              </a:rPr>
              <a:t>{{S6_TIME2}}</a:t>
            </a:r>
          </a:p>
        </p:txBody>
      </p:sp>
      <p:sp>
        <p:nvSpPr>
          <p:cNvPr id="16" name="s6-body-1">
            <a:extLst xmlns:a="http://schemas.openxmlformats.org/drawingml/2006/main">
              <a:ext uri="{FF2B5EF4-FFF2-40B4-BE49-F238E27FC236}">
                <a16:creationId xmlns:a16="http://schemas.microsoft.com/office/drawing/2014/main" id="{EEB601DD-C9F5-4B12-8A64-FD7DD65E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{{S6_BODY2}}</a:t>
            </a:r>
          </a:p>
        </p:txBody>
      </p:sp>
      <p:sp>
        <p:nvSpPr>
          <p:cNvPr id="17" name="s6-dot-2">
            <a:extLst xmlns:a="http://schemas.openxmlformats.org/drawingml/2006/main">
              <a:ext uri="{FF2B5EF4-FFF2-40B4-BE49-F238E27FC236}">
                <a16:creationId xmlns:a16="http://schemas.microsoft.com/office/drawing/2014/main" id="{35736BA3-B873-4E5A-8101-E68E470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head-2">
            <a:extLst xmlns:a="http://schemas.openxmlformats.org/drawingml/2006/main">
              <a:ext uri="{FF2B5EF4-FFF2-40B4-BE49-F238E27FC236}">
                <a16:creationId xmlns:a16="http://schemas.microsoft.com/office/drawing/2014/main" id="{7025325D-13B0-408F-9D9D-6848CCFC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{{S6_HEAD3}}</a:t>
            </a:r>
          </a:p>
        </p:txBody>
      </p:sp>
      <p:sp>
        <p:nvSpPr>
          <p:cNvPr id="19" name="s6-time-2">
            <a:extLst xmlns:a="http://schemas.openxmlformats.org/drawingml/2006/main">
              <a:ext uri="{FF2B5EF4-FFF2-40B4-BE49-F238E27FC236}">
                <a16:creationId xmlns:a16="http://schemas.microsoft.com/office/drawing/2014/main" id="{23B0AEAD-BD48-453F-8245-8BF78A21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854B"/>
                </a:solidFill>
              </a:defRPr>
            </a:pPr>
            <a:r>
              <a:rPr sz="1125" b="1">
                <a:solidFill>
                  <a:srgbClr val="18854B"/>
                </a:solidFill>
              </a:rPr>
              <a:t>{{S6_TIME3}}</a:t>
            </a:r>
          </a:p>
        </p:txBody>
      </p:sp>
      <p:sp>
        <p:nvSpPr>
          <p:cNvPr id="20" name="s6-body-2">
            <a:extLst xmlns:a="http://schemas.openxmlformats.org/drawingml/2006/main">
              <a:ext uri="{FF2B5EF4-FFF2-40B4-BE49-F238E27FC236}">
                <a16:creationId xmlns:a16="http://schemas.microsoft.com/office/drawing/2014/main" id="{93EBDAA1-17A7-4D03-AE69-AA728A8A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{{S6_BODY3}}</a:t>
            </a:r>
          </a:p>
        </p:txBody>
      </p:sp>
      <p:sp>
        <p:nvSpPr>
          <p:cNvPr id="21" name="s6-dot-3">
            <a:extLst xmlns:a="http://schemas.openxmlformats.org/drawingml/2006/main">
              <a:ext uri="{FF2B5EF4-FFF2-40B4-BE49-F238E27FC236}">
                <a16:creationId xmlns:a16="http://schemas.microsoft.com/office/drawing/2014/main" id="{583F8BE5-DC22-4873-B021-12189A7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6-head-3">
            <a:extLst xmlns:a="http://schemas.openxmlformats.org/drawingml/2006/main">
              <a:ext uri="{FF2B5EF4-FFF2-40B4-BE49-F238E27FC236}">
                <a16:creationId xmlns:a16="http://schemas.microsoft.com/office/drawing/2014/main" id="{D3501C0B-7BF0-4124-86ED-00CE843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{{S6_HEAD4}}</a:t>
            </a:r>
          </a:p>
        </p:txBody>
      </p:sp>
      <p:sp>
        <p:nvSpPr>
          <p:cNvPr id="23" name="s6-time-3">
            <a:extLst xmlns:a="http://schemas.openxmlformats.org/drawingml/2006/main">
              <a:ext uri="{FF2B5EF4-FFF2-40B4-BE49-F238E27FC236}">
                <a16:creationId xmlns:a16="http://schemas.microsoft.com/office/drawing/2014/main" id="{B15F0DB1-1E69-4A0D-B405-4050275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E9618"/>
                </a:solidFill>
              </a:defRPr>
            </a:pPr>
            <a:r>
              <a:rPr sz="1125" b="1">
                <a:solidFill>
                  <a:srgbClr val="EE9618"/>
                </a:solidFill>
              </a:rPr>
              <a:t>{{S6_TIME4}}</a:t>
            </a:r>
          </a:p>
        </p:txBody>
      </p:sp>
      <p:sp>
        <p:nvSpPr>
          <p:cNvPr id="24" name="s6-body-3">
            <a:extLst xmlns:a="http://schemas.openxmlformats.org/drawingml/2006/main">
              <a:ext uri="{FF2B5EF4-FFF2-40B4-BE49-F238E27FC236}">
                <a16:creationId xmlns:a16="http://schemas.microsoft.com/office/drawing/2014/main" id="{EACADFDD-8374-4EB7-9AE5-24E7F4BD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{{S6_BODY4}}</a:t>
            </a:r>
          </a:p>
        </p:txBody>
      </p:sp>
      <p:sp>
        <p:nvSpPr>
          <p:cNvPr id="25" name="s6-coordination">
            <a:extLst xmlns:a="http://schemas.openxmlformats.org/drawingml/2006/main">
              <a:ext uri="{FF2B5EF4-FFF2-40B4-BE49-F238E27FC236}">
                <a16:creationId xmlns:a16="http://schemas.microsoft.com/office/drawing/2014/main" id="{6E241A35-4145-4265-BC45-A82D04EE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A4"/>
                </a:solidFill>
              </a:defRPr>
            </a:pPr>
            <a:r>
              <a:rPr sz="1500" b="1">
                <a:solidFill>
                  <a:srgbClr val="155DA4"/>
                </a:solidFill>
              </a:rPr>
              <a:t>{{S6_COORDINATION}}</a:t>
            </a:r>
          </a:p>
        </p:txBody>
      </p:sp>
      <p:sp>
        <p:nvSpPr>
          <p:cNvPr id="26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05CC8B0-573E-476A-930F-2ED9E3C8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ource-6">
            <a:extLst xmlns:a="http://schemas.openxmlformats.org/drawingml/2006/main">
              <a:ext uri="{FF2B5EF4-FFF2-40B4-BE49-F238E27FC236}">
                <a16:creationId xmlns:a16="http://schemas.microsoft.com/office/drawing/2014/main" id="{17B1EC21-787C-4C78-ACAB-76EB167E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{{S6_SOURCE}}</a:t>
            </a:r>
          </a:p>
        </p:txBody>
      </p:sp>
      <p:sp>
        <p:nvSpPr>
          <p:cNvPr id="28" name="page-6">
            <a:extLst xmlns:a="http://schemas.openxmlformats.org/drawingml/2006/main">
              <a:ext uri="{FF2B5EF4-FFF2-40B4-BE49-F238E27FC236}">
                <a16:creationId xmlns:a16="http://schemas.microsoft.com/office/drawing/2014/main" id="{D8354003-8060-4BD1-912D-973BCC6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7149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7D15A47B-1F97-4514-A3B0-2BF07299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996B8245-26AC-4FB6-9865-3F7BC03E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6A8A76D8-574A-4675-9267-736AA9C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58A0FA5E-3D5B-4E0B-B056-881A4E24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7">
            <a:extLst xmlns:a="http://schemas.openxmlformats.org/drawingml/2006/main">
              <a:ext uri="{FF2B5EF4-FFF2-40B4-BE49-F238E27FC236}">
                <a16:creationId xmlns:a16="http://schemas.microsoft.com/office/drawing/2014/main" id="{24D4C40D-C8C2-45F0-9E2C-E101C67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06 / EVALUATION</a:t>
            </a:r>
          </a:p>
        </p:txBody>
      </p:sp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DDDBCFD2-CD30-4B25-A8E6-5D2174E1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{{S7_TITLE}}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4c8134b1e4120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7-index-0">
            <a:extLst xmlns:a="http://schemas.openxmlformats.org/drawingml/2006/main">
              <a:ext uri="{FF2B5EF4-FFF2-40B4-BE49-F238E27FC236}">
                <a16:creationId xmlns:a16="http://schemas.microsoft.com/office/drawing/2014/main" id="{5F9FF882-8C83-4077-B9E7-19FEC89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5DA4"/>
                </a:solidFill>
              </a:defRPr>
            </a:pPr>
            <a:r>
              <a:rPr sz="2025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9" name="s7-head-0">
            <a:extLst xmlns:a="http://schemas.openxmlformats.org/drawingml/2006/main">
              <a:ext uri="{FF2B5EF4-FFF2-40B4-BE49-F238E27FC236}">
                <a16:creationId xmlns:a16="http://schemas.microsoft.com/office/drawing/2014/main" id="{05F5E4C5-23C9-4362-8B3C-3824E8FC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335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{{S7_HEAD1}}</a:t>
            </a:r>
          </a:p>
        </p:txBody>
      </p:sp>
      <p:sp>
        <p:nvSpPr>
          <p:cNvPr id="10" name="s7-body-0">
            <a:extLst xmlns:a="http://schemas.openxmlformats.org/drawingml/2006/main">
              <a:ext uri="{FF2B5EF4-FFF2-40B4-BE49-F238E27FC236}">
                <a16:creationId xmlns:a16="http://schemas.microsoft.com/office/drawing/2014/main" id="{4266FB2D-1900-4EDA-9979-E459E67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{{S7_BODY1}}</a:t>
            </a:r>
          </a:p>
        </p:txBody>
      </p:sp>
      <p:sp>
        <p:nvSpPr>
          <p:cNvPr id="11" name="s7-rule-0">
            <a:extLst xmlns:a="http://schemas.openxmlformats.org/drawingml/2006/main">
              <a:ext uri="{FF2B5EF4-FFF2-40B4-BE49-F238E27FC236}">
                <a16:creationId xmlns:a16="http://schemas.microsoft.com/office/drawing/2014/main" id="{373F5A59-AB8A-4354-B1D8-20A59DD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7-index-1">
            <a:extLst xmlns:a="http://schemas.openxmlformats.org/drawingml/2006/main">
              <a:ext uri="{FF2B5EF4-FFF2-40B4-BE49-F238E27FC236}">
                <a16:creationId xmlns:a16="http://schemas.microsoft.com/office/drawing/2014/main" id="{E6C2E7C1-0953-4456-BDE7-0139E846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1E2B"/>
                </a:solidFill>
              </a:defRPr>
            </a:pPr>
            <a:r>
              <a:rPr sz="2025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3" name="s7-head-1">
            <a:extLst xmlns:a="http://schemas.openxmlformats.org/drawingml/2006/main">
              <a:ext uri="{FF2B5EF4-FFF2-40B4-BE49-F238E27FC236}">
                <a16:creationId xmlns:a16="http://schemas.microsoft.com/office/drawing/2014/main" id="{B23C2CFD-CDE0-43E3-8B05-E6D7737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{{S7_HEAD2}}</a:t>
            </a:r>
          </a:p>
        </p:txBody>
      </p:sp>
      <p:sp>
        <p:nvSpPr>
          <p:cNvPr id="14" name="s7-body-1">
            <a:extLst xmlns:a="http://schemas.openxmlformats.org/drawingml/2006/main">
              <a:ext uri="{FF2B5EF4-FFF2-40B4-BE49-F238E27FC236}">
                <a16:creationId xmlns:a16="http://schemas.microsoft.com/office/drawing/2014/main" id="{B7371165-548A-4B7C-98B5-7D298BC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{{S7_BODY2}}</a:t>
            </a:r>
          </a:p>
        </p:txBody>
      </p:sp>
      <p:sp>
        <p:nvSpPr>
          <p:cNvPr id="15" name="s7-rule-1">
            <a:extLst xmlns:a="http://schemas.openxmlformats.org/drawingml/2006/main">
              <a:ext uri="{FF2B5EF4-FFF2-40B4-BE49-F238E27FC236}">
                <a16:creationId xmlns:a16="http://schemas.microsoft.com/office/drawing/2014/main" id="{F37E92D2-9F50-46CC-8773-2E46BC4C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7-index-2">
            <a:extLst xmlns:a="http://schemas.openxmlformats.org/drawingml/2006/main">
              <a:ext uri="{FF2B5EF4-FFF2-40B4-BE49-F238E27FC236}">
                <a16:creationId xmlns:a16="http://schemas.microsoft.com/office/drawing/2014/main" id="{FE240A75-4CA1-4B05-B1EC-140E1575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854B"/>
                </a:solidFill>
              </a:defRPr>
            </a:pPr>
            <a:r>
              <a:rPr sz="2025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17" name="s7-head-2">
            <a:extLst xmlns:a="http://schemas.openxmlformats.org/drawingml/2006/main">
              <a:ext uri="{FF2B5EF4-FFF2-40B4-BE49-F238E27FC236}">
                <a16:creationId xmlns:a16="http://schemas.microsoft.com/office/drawing/2014/main" id="{F8A4809B-0719-4819-A612-43F8AC7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4812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{{S7_HEAD3}}</a:t>
            </a:r>
          </a:p>
        </p:txBody>
      </p:sp>
      <p:sp>
        <p:nvSpPr>
          <p:cNvPr id="18" name="s7-body-2">
            <a:extLst xmlns:a="http://schemas.openxmlformats.org/drawingml/2006/main">
              <a:ext uri="{FF2B5EF4-FFF2-40B4-BE49-F238E27FC236}">
                <a16:creationId xmlns:a16="http://schemas.microsoft.com/office/drawing/2014/main" id="{5DCCDCE8-671D-4909-B5A9-5A1897EE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{{S7_BODY3}}</a:t>
            </a:r>
          </a:p>
        </p:txBody>
      </p:sp>
      <p:sp>
        <p:nvSpPr>
          <p:cNvPr id="19" name="s7-rule-2">
            <a:extLst xmlns:a="http://schemas.openxmlformats.org/drawingml/2006/main">
              <a:ext uri="{FF2B5EF4-FFF2-40B4-BE49-F238E27FC236}">
                <a16:creationId xmlns:a16="http://schemas.microsoft.com/office/drawing/2014/main" id="{7B9E5ABB-E3AE-4CCE-8A54-F07517F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index-3">
            <a:extLst xmlns:a="http://schemas.openxmlformats.org/drawingml/2006/main">
              <a:ext uri="{FF2B5EF4-FFF2-40B4-BE49-F238E27FC236}">
                <a16:creationId xmlns:a16="http://schemas.microsoft.com/office/drawing/2014/main" id="{7F21C630-8A81-471C-B2C6-A6AA379B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E9618"/>
                </a:solidFill>
              </a:defRPr>
            </a:pPr>
            <a:r>
              <a:rPr sz="2025" b="1">
                <a:solidFill>
                  <a:srgbClr val="EE9618"/>
                </a:solidFill>
              </a:rPr>
              <a:t>04</a:t>
            </a:r>
          </a:p>
        </p:txBody>
      </p:sp>
      <p:sp>
        <p:nvSpPr>
          <p:cNvPr id="21" name="s7-head-3">
            <a:extLst xmlns:a="http://schemas.openxmlformats.org/drawingml/2006/main">
              <a:ext uri="{FF2B5EF4-FFF2-40B4-BE49-F238E27FC236}">
                <a16:creationId xmlns:a16="http://schemas.microsoft.com/office/drawing/2014/main" id="{8A138067-2819-4641-ACE4-44885E83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054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{{S7_HEAD4}}</a:t>
            </a:r>
          </a:p>
        </p:txBody>
      </p:sp>
      <p:sp>
        <p:nvSpPr>
          <p:cNvPr id="22" name="s7-body-3">
            <a:extLst xmlns:a="http://schemas.openxmlformats.org/drawingml/2006/main">
              <a:ext uri="{FF2B5EF4-FFF2-40B4-BE49-F238E27FC236}">
                <a16:creationId xmlns:a16="http://schemas.microsoft.com/office/drawing/2014/main" id="{FD9D96F1-FE8E-447D-AC31-C9ACF0D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{{S7_BODY4}}</a:t>
            </a:r>
          </a:p>
        </p:txBody>
      </p:sp>
      <p:sp>
        <p:nvSpPr>
          <p:cNvPr id="23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FA953DB5-6934-4984-901F-34D9017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7">
            <a:extLst xmlns:a="http://schemas.openxmlformats.org/drawingml/2006/main">
              <a:ext uri="{FF2B5EF4-FFF2-40B4-BE49-F238E27FC236}">
                <a16:creationId xmlns:a16="http://schemas.microsoft.com/office/drawing/2014/main" id="{685E34CA-FB39-45DF-A334-64A54358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{{S7_SOURCE}}</a:t>
            </a:r>
          </a:p>
        </p:txBody>
      </p:sp>
      <p:sp>
        <p:nvSpPr>
          <p:cNvPr id="25" name="page-7">
            <a:extLst xmlns:a="http://schemas.openxmlformats.org/drawingml/2006/main">
              <a:ext uri="{FF2B5EF4-FFF2-40B4-BE49-F238E27FC236}">
                <a16:creationId xmlns:a16="http://schemas.microsoft.com/office/drawing/2014/main" id="{22C23751-0BDD-409B-B1C1-6789FC8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5152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67D71C2C-CD7B-43C5-AA5E-A2A25AEA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3FA338B7-A67C-4101-BC30-EEE8A47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520E3DAF-B60E-4C4F-B44E-13223FD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99976477-3FAD-47F5-833A-F1233229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0f49726c34385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6" name="s8-section">
            <a:extLst xmlns:a="http://schemas.openxmlformats.org/drawingml/2006/main">
              <a:ext uri="{FF2B5EF4-FFF2-40B4-BE49-F238E27FC236}">
                <a16:creationId xmlns:a16="http://schemas.microsoft.com/office/drawing/2014/main" id="{A921D6B3-0E84-49CC-854A-90B1123B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07 / DECISIONS</a:t>
            </a:r>
          </a:p>
        </p:txBody>
      </p:sp>
      <p:sp>
        <p:nvSpPr>
          <p:cNvPr id="7" name="s8-title">
            <a:extLst xmlns:a="http://schemas.openxmlformats.org/drawingml/2006/main">
              <a:ext uri="{FF2B5EF4-FFF2-40B4-BE49-F238E27FC236}">
                <a16:creationId xmlns:a16="http://schemas.microsoft.com/office/drawing/2014/main" id="{144FF99D-3937-4FD1-B6DA-BE742F21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{{S8_TITLE}}</a:t>
            </a:r>
          </a:p>
        </p:txBody>
      </p:sp>
      <p:sp>
        <p:nvSpPr>
          <p:cNvPr id="8" name="s8-left">
            <a:extLst xmlns:a="http://schemas.openxmlformats.org/drawingml/2006/main">
              <a:ext uri="{FF2B5EF4-FFF2-40B4-BE49-F238E27FC236}">
                <a16:creationId xmlns:a16="http://schemas.microsoft.com/office/drawing/2014/main" id="{C82FB450-86E4-4E75-9B5C-1B13012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51435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s8-right">
            <a:extLst xmlns:a="http://schemas.openxmlformats.org/drawingml/2006/main">
              <a:ext uri="{FF2B5EF4-FFF2-40B4-BE49-F238E27FC236}">
                <a16:creationId xmlns:a16="http://schemas.microsoft.com/office/drawing/2014/main" id="{47FC3BE6-7156-4F13-8CF7-FF2C13F2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1435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17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left-head">
            <a:extLst xmlns:a="http://schemas.openxmlformats.org/drawingml/2006/main">
              <a:ext uri="{FF2B5EF4-FFF2-40B4-BE49-F238E27FC236}">
                <a16:creationId xmlns:a16="http://schemas.microsoft.com/office/drawing/2014/main" id="{D98F97B7-22BE-4247-880E-1CD3F94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1E2B"/>
                </a:solidFill>
              </a:defRPr>
            </a:pPr>
            <a:r>
              <a:rPr sz="1950" b="1">
                <a:solidFill>
                  <a:srgbClr val="D91E2B"/>
                </a:solidFill>
              </a:rPr>
              <a:t>提交前待确认</a:t>
            </a:r>
          </a:p>
        </p:txBody>
      </p:sp>
      <p:sp>
        <p:nvSpPr>
          <p:cNvPr id="11" name="s8-right-head">
            <a:extLst xmlns:a="http://schemas.openxmlformats.org/drawingml/2006/main">
              <a:ext uri="{FF2B5EF4-FFF2-40B4-BE49-F238E27FC236}">
                <a16:creationId xmlns:a16="http://schemas.microsoft.com/office/drawing/2014/main" id="{5382B537-706D-4705-AD83-7293A1D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可参考的历史候选</a:t>
            </a:r>
          </a:p>
        </p:txBody>
      </p:sp>
      <p:sp>
        <p:nvSpPr>
          <p:cNvPr id="12" name="s8-left-1">
            <a:extLst xmlns:a="http://schemas.openxmlformats.org/drawingml/2006/main">
              <a:ext uri="{FF2B5EF4-FFF2-40B4-BE49-F238E27FC236}">
                <a16:creationId xmlns:a16="http://schemas.microsoft.com/office/drawing/2014/main" id="{C4369E4E-4C7C-4AC8-9A6E-E01E240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{{S8_MISSING1}}</a:t>
            </a:r>
          </a:p>
        </p:txBody>
      </p:sp>
      <p:sp>
        <p:nvSpPr>
          <p:cNvPr id="13" name="s8-right-1">
            <a:extLst xmlns:a="http://schemas.openxmlformats.org/drawingml/2006/main">
              <a:ext uri="{FF2B5EF4-FFF2-40B4-BE49-F238E27FC236}">
                <a16:creationId xmlns:a16="http://schemas.microsoft.com/office/drawing/2014/main" id="{FADBE134-B4C5-4A1D-A76D-39FD80BF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{{S8_CASE1}}</a:t>
            </a:r>
          </a:p>
        </p:txBody>
      </p:sp>
      <p:sp>
        <p:nvSpPr>
          <p:cNvPr id="14" name="s8-left-2">
            <a:extLst xmlns:a="http://schemas.openxmlformats.org/drawingml/2006/main">
              <a:ext uri="{FF2B5EF4-FFF2-40B4-BE49-F238E27FC236}">
                <a16:creationId xmlns:a16="http://schemas.microsoft.com/office/drawing/2014/main" id="{6AFAF81C-F871-4BBC-BA64-7287825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{{S8_MISSING2}}</a:t>
            </a:r>
          </a:p>
        </p:txBody>
      </p:sp>
      <p:sp>
        <p:nvSpPr>
          <p:cNvPr id="15" name="s8-right-2">
            <a:extLst xmlns:a="http://schemas.openxmlformats.org/drawingml/2006/main">
              <a:ext uri="{FF2B5EF4-FFF2-40B4-BE49-F238E27FC236}">
                <a16:creationId xmlns:a16="http://schemas.microsoft.com/office/drawing/2014/main" id="{2252DD69-244D-434E-8D1D-7A35133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{{S8_CASE2}}</a:t>
            </a:r>
          </a:p>
        </p:txBody>
      </p:sp>
      <p:sp>
        <p:nvSpPr>
          <p:cNvPr id="16" name="s8-left-3">
            <a:extLst xmlns:a="http://schemas.openxmlformats.org/drawingml/2006/main">
              <a:ext uri="{FF2B5EF4-FFF2-40B4-BE49-F238E27FC236}">
                <a16:creationId xmlns:a16="http://schemas.microsoft.com/office/drawing/2014/main" id="{BCDEB3C8-517F-41A0-9055-3085A73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{{S8_MISSING3}}</a:t>
            </a:r>
          </a:p>
        </p:txBody>
      </p:sp>
      <p:sp>
        <p:nvSpPr>
          <p:cNvPr id="17" name="s8-right-3">
            <a:extLst xmlns:a="http://schemas.openxmlformats.org/drawingml/2006/main">
              <a:ext uri="{FF2B5EF4-FFF2-40B4-BE49-F238E27FC236}">
                <a16:creationId xmlns:a16="http://schemas.microsoft.com/office/drawing/2014/main" id="{D6ABE656-9F61-43A8-8018-136BE20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{{S8_CASE3}}</a:t>
            </a:r>
          </a:p>
        </p:txBody>
      </p:sp>
      <p:sp>
        <p:nvSpPr>
          <p:cNvPr id="18" name="s8-left-4">
            <a:extLst xmlns:a="http://schemas.openxmlformats.org/drawingml/2006/main">
              <a:ext uri="{FF2B5EF4-FFF2-40B4-BE49-F238E27FC236}">
                <a16:creationId xmlns:a16="http://schemas.microsoft.com/office/drawing/2014/main" id="{A11EFBD6-5B88-45DB-A65E-C1E9136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{{S8_MISSING4}}</a:t>
            </a:r>
          </a:p>
        </p:txBody>
      </p:sp>
      <p:sp>
        <p:nvSpPr>
          <p:cNvPr id="19" name="s8-right-4">
            <a:extLst xmlns:a="http://schemas.openxmlformats.org/drawingml/2006/main">
              <a:ext uri="{FF2B5EF4-FFF2-40B4-BE49-F238E27FC236}">
                <a16:creationId xmlns:a16="http://schemas.microsoft.com/office/drawing/2014/main" id="{7F466E0B-613D-470B-9156-77CC721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{{S8_CASE4}}</a:t>
            </a:r>
          </a:p>
        </p:txBody>
      </p:sp>
      <p:sp>
        <p:nvSpPr>
          <p:cNvPr id="20" name="s8-close">
            <a:extLst xmlns:a="http://schemas.openxmlformats.org/drawingml/2006/main">
              <a:ext uri="{FF2B5EF4-FFF2-40B4-BE49-F238E27FC236}">
                <a16:creationId xmlns:a16="http://schemas.microsoft.com/office/drawing/2014/main" id="{84F051A9-9FC1-4450-B941-ED99F8BA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5DA4"/>
                </a:solidFill>
              </a:defRPr>
            </a:pPr>
            <a:r>
              <a:rPr sz="1425" b="1">
                <a:solidFill>
                  <a:srgbClr val="155DA4"/>
                </a:solidFill>
              </a:rPr>
              <a:t>{{S8_CLOSE}}</a:t>
            </a:r>
          </a:p>
        </p:txBody>
      </p:sp>
      <p:sp>
        <p:nvSpPr>
          <p:cNvPr id="21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4E664533-3483-424B-8CF4-4EE9A0C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-8">
            <a:extLst xmlns:a="http://schemas.openxmlformats.org/drawingml/2006/main">
              <a:ext uri="{FF2B5EF4-FFF2-40B4-BE49-F238E27FC236}">
                <a16:creationId xmlns:a16="http://schemas.microsoft.com/office/drawing/2014/main" id="{94047D69-DB2F-4A30-9D51-8BAF1746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{{S8_SOURCE}}</a:t>
            </a:r>
          </a:p>
        </p:txBody>
      </p:sp>
      <p:sp>
        <p:nvSpPr>
          <p:cNvPr id="23" name="page-8">
            <a:extLst xmlns:a="http://schemas.openxmlformats.org/drawingml/2006/main">
              <a:ext uri="{FF2B5EF4-FFF2-40B4-BE49-F238E27FC236}">
                <a16:creationId xmlns:a16="http://schemas.microsoft.com/office/drawing/2014/main" id="{690371F4-8A79-45BA-9E73-52D7856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9910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2026-07-26T13:33:37.0550000Z</dcterms:created>
  <dcterms:modified xsi:type="dcterms:W3CDTF">2026-07-26T13:33:37.0560000Z</dcterms:modified>
</coreProperties>
</file>